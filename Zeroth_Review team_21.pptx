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8" r:id="rId4"/>
    <p:sldId id="264" r:id="rId5"/>
    <p:sldId id="261" r:id="rId6"/>
    <p:sldId id="262" r:id="rId7"/>
    <p:sldId id="265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C0470F-0622-4B8F-8AB9-61281A8FE9DC}" v="63" dt="2025-09-15T11:52:40.3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sava krish" userId="890b105e94fbf3dc" providerId="LiveId" clId="{50DC39A3-8FA7-4A80-8A87-2EF3B1F6CA93}"/>
    <pc:docChg chg="undo custSel addSld delSld modSld">
      <pc:chgData name="kesava krish" userId="890b105e94fbf3dc" providerId="LiveId" clId="{50DC39A3-8FA7-4A80-8A87-2EF3B1F6CA93}" dt="2025-09-15T11:52:46.319" v="340" actId="478"/>
      <pc:docMkLst>
        <pc:docMk/>
      </pc:docMkLst>
      <pc:sldChg chg="addSp delSp modSp del mod">
        <pc:chgData name="kesava krish" userId="890b105e94fbf3dc" providerId="LiveId" clId="{50DC39A3-8FA7-4A80-8A87-2EF3B1F6CA93}" dt="2025-09-15T11:35:05.098" v="121" actId="2696"/>
        <pc:sldMkLst>
          <pc:docMk/>
          <pc:sldMk cId="3752068886" sldId="257"/>
        </pc:sldMkLst>
        <pc:spChg chg="mod">
          <ac:chgData name="kesava krish" userId="890b105e94fbf3dc" providerId="LiveId" clId="{50DC39A3-8FA7-4A80-8A87-2EF3B1F6CA93}" dt="2025-09-15T11:34:48.582" v="119" actId="20577"/>
          <ac:spMkLst>
            <pc:docMk/>
            <pc:sldMk cId="3752068886" sldId="257"/>
            <ac:spMk id="2" creationId="{90BAF65B-7B25-4ABE-9DE4-418501DC9CC2}"/>
          </ac:spMkLst>
        </pc:spChg>
        <pc:spChg chg="mod">
          <ac:chgData name="kesava krish" userId="890b105e94fbf3dc" providerId="LiveId" clId="{50DC39A3-8FA7-4A80-8A87-2EF3B1F6CA93}" dt="2025-09-15T11:34:19.702" v="105" actId="20577"/>
          <ac:spMkLst>
            <pc:docMk/>
            <pc:sldMk cId="3752068886" sldId="257"/>
            <ac:spMk id="3" creationId="{FD63D99E-63FA-4586-B5C9-ADBD734523B0}"/>
          </ac:spMkLst>
        </pc:spChg>
        <pc:spChg chg="add">
          <ac:chgData name="kesava krish" userId="890b105e94fbf3dc" providerId="LiveId" clId="{50DC39A3-8FA7-4A80-8A87-2EF3B1F6CA93}" dt="2025-09-15T11:31:14.800" v="27"/>
          <ac:spMkLst>
            <pc:docMk/>
            <pc:sldMk cId="3752068886" sldId="257"/>
            <ac:spMk id="4" creationId="{CD05F357-C2D1-21C0-91FA-1A14AD6A4A43}"/>
          </ac:spMkLst>
        </pc:spChg>
        <pc:spChg chg="add">
          <ac:chgData name="kesava krish" userId="890b105e94fbf3dc" providerId="LiveId" clId="{50DC39A3-8FA7-4A80-8A87-2EF3B1F6CA93}" dt="2025-09-15T11:31:18.748" v="28"/>
          <ac:spMkLst>
            <pc:docMk/>
            <pc:sldMk cId="3752068886" sldId="257"/>
            <ac:spMk id="5" creationId="{5A94DD38-E27B-715C-9776-875748D1AEE5}"/>
          </ac:spMkLst>
        </pc:spChg>
        <pc:spChg chg="add">
          <ac:chgData name="kesava krish" userId="890b105e94fbf3dc" providerId="LiveId" clId="{50DC39A3-8FA7-4A80-8A87-2EF3B1F6CA93}" dt="2025-09-15T11:31:57.938" v="33"/>
          <ac:spMkLst>
            <pc:docMk/>
            <pc:sldMk cId="3752068886" sldId="257"/>
            <ac:spMk id="6" creationId="{0B033D3B-B520-3C46-CC70-2E61EAF33B3F}"/>
          </ac:spMkLst>
        </pc:spChg>
        <pc:spChg chg="add del mod">
          <ac:chgData name="kesava krish" userId="890b105e94fbf3dc" providerId="LiveId" clId="{50DC39A3-8FA7-4A80-8A87-2EF3B1F6CA93}" dt="2025-09-15T11:32:30.007" v="37"/>
          <ac:spMkLst>
            <pc:docMk/>
            <pc:sldMk cId="3752068886" sldId="257"/>
            <ac:spMk id="7" creationId="{140E3CBE-51C9-A5B8-8AA4-AF5013B3FD22}"/>
          </ac:spMkLst>
        </pc:spChg>
        <pc:spChg chg="add">
          <ac:chgData name="kesava krish" userId="890b105e94fbf3dc" providerId="LiveId" clId="{50DC39A3-8FA7-4A80-8A87-2EF3B1F6CA93}" dt="2025-09-15T11:32:26.140" v="35"/>
          <ac:spMkLst>
            <pc:docMk/>
            <pc:sldMk cId="3752068886" sldId="257"/>
            <ac:spMk id="8" creationId="{21671437-5107-D696-AC79-A9817E788198}"/>
          </ac:spMkLst>
        </pc:spChg>
        <pc:spChg chg="add del mod">
          <ac:chgData name="kesava krish" userId="890b105e94fbf3dc" providerId="LiveId" clId="{50DC39A3-8FA7-4A80-8A87-2EF3B1F6CA93}" dt="2025-09-15T11:33:41.879" v="75" actId="478"/>
          <ac:spMkLst>
            <pc:docMk/>
            <pc:sldMk cId="3752068886" sldId="257"/>
            <ac:spMk id="9" creationId="{F5596616-5E59-FCBD-2D28-3E74AFBE294E}"/>
          </ac:spMkLst>
        </pc:spChg>
        <pc:spChg chg="add">
          <ac:chgData name="kesava krish" userId="890b105e94fbf3dc" providerId="LiveId" clId="{50DC39A3-8FA7-4A80-8A87-2EF3B1F6CA93}" dt="2025-09-15T11:32:51.787" v="45"/>
          <ac:spMkLst>
            <pc:docMk/>
            <pc:sldMk cId="3752068886" sldId="257"/>
            <ac:spMk id="10" creationId="{46881061-18B7-1F08-DEFA-16F431CA678B}"/>
          </ac:spMkLst>
        </pc:spChg>
        <pc:spChg chg="add del mod">
          <ac:chgData name="kesava krish" userId="890b105e94fbf3dc" providerId="LiveId" clId="{50DC39A3-8FA7-4A80-8A87-2EF3B1F6CA93}" dt="2025-09-15T11:34:21.972" v="108"/>
          <ac:spMkLst>
            <pc:docMk/>
            <pc:sldMk cId="3752068886" sldId="257"/>
            <ac:spMk id="11" creationId="{F9640339-7B30-A4C3-29A5-FC617FDA17C0}"/>
          </ac:spMkLst>
        </pc:spChg>
        <pc:spChg chg="add">
          <ac:chgData name="kesava krish" userId="890b105e94fbf3dc" providerId="LiveId" clId="{50DC39A3-8FA7-4A80-8A87-2EF3B1F6CA93}" dt="2025-09-15T11:34:13.695" v="81"/>
          <ac:spMkLst>
            <pc:docMk/>
            <pc:sldMk cId="3752068886" sldId="257"/>
            <ac:spMk id="12" creationId="{B482DF15-24ED-338B-35E4-2014BCF47787}"/>
          </ac:spMkLst>
        </pc:spChg>
        <pc:spChg chg="add del mod">
          <ac:chgData name="kesava krish" userId="890b105e94fbf3dc" providerId="LiveId" clId="{50DC39A3-8FA7-4A80-8A87-2EF3B1F6CA93}" dt="2025-09-15T11:34:38.431" v="113" actId="478"/>
          <ac:spMkLst>
            <pc:docMk/>
            <pc:sldMk cId="3752068886" sldId="257"/>
            <ac:spMk id="13" creationId="{B5AB2726-5A76-6B5C-34CD-15F52625F0B9}"/>
          </ac:spMkLst>
        </pc:spChg>
      </pc:sldChg>
      <pc:sldChg chg="addSp delSp modSp mod">
        <pc:chgData name="kesava krish" userId="890b105e94fbf3dc" providerId="LiveId" clId="{50DC39A3-8FA7-4A80-8A87-2EF3B1F6CA93}" dt="2025-09-15T11:49:05.362" v="272" actId="1038"/>
        <pc:sldMkLst>
          <pc:docMk/>
          <pc:sldMk cId="59442991" sldId="258"/>
        </pc:sldMkLst>
        <pc:spChg chg="mod">
          <ac:chgData name="kesava krish" userId="890b105e94fbf3dc" providerId="LiveId" clId="{50DC39A3-8FA7-4A80-8A87-2EF3B1F6CA93}" dt="2025-09-15T11:49:05.362" v="272" actId="1038"/>
          <ac:spMkLst>
            <pc:docMk/>
            <pc:sldMk cId="59442991" sldId="258"/>
            <ac:spMk id="2" creationId="{C64548D6-4AB2-4918-A61D-77B0D00CAC68}"/>
          </ac:spMkLst>
        </pc:spChg>
        <pc:spChg chg="del mod">
          <ac:chgData name="kesava krish" userId="890b105e94fbf3dc" providerId="LiveId" clId="{50DC39A3-8FA7-4A80-8A87-2EF3B1F6CA93}" dt="2025-09-15T11:41:35.094" v="166"/>
          <ac:spMkLst>
            <pc:docMk/>
            <pc:sldMk cId="59442991" sldId="258"/>
            <ac:spMk id="3" creationId="{89CF6543-8F6F-47C3-96C3-A64E55DDC6C9}"/>
          </ac:spMkLst>
        </pc:spChg>
        <pc:spChg chg="add mod">
          <ac:chgData name="kesava krish" userId="890b105e94fbf3dc" providerId="LiveId" clId="{50DC39A3-8FA7-4A80-8A87-2EF3B1F6CA93}" dt="2025-09-15T11:42:27.918" v="174" actId="12"/>
          <ac:spMkLst>
            <pc:docMk/>
            <pc:sldMk cId="59442991" sldId="258"/>
            <ac:spMk id="4" creationId="{13A196B1-6F4F-94D9-4A8D-828783727803}"/>
          </ac:spMkLst>
        </pc:spChg>
      </pc:sldChg>
      <pc:sldChg chg="addSp modSp del mod">
        <pc:chgData name="kesava krish" userId="890b105e94fbf3dc" providerId="LiveId" clId="{50DC39A3-8FA7-4A80-8A87-2EF3B1F6CA93}" dt="2025-09-15T11:43:39.205" v="181" actId="2696"/>
        <pc:sldMkLst>
          <pc:docMk/>
          <pc:sldMk cId="4106017397" sldId="259"/>
        </pc:sldMkLst>
        <pc:spChg chg="mod">
          <ac:chgData name="kesava krish" userId="890b105e94fbf3dc" providerId="LiveId" clId="{50DC39A3-8FA7-4A80-8A87-2EF3B1F6CA93}" dt="2025-09-15T11:43:18.783" v="178" actId="5793"/>
          <ac:spMkLst>
            <pc:docMk/>
            <pc:sldMk cId="4106017397" sldId="259"/>
            <ac:spMk id="3" creationId="{529FDCFE-2215-498B-A62B-4975ABABBE11}"/>
          </ac:spMkLst>
        </pc:spChg>
        <pc:spChg chg="add">
          <ac:chgData name="kesava krish" userId="890b105e94fbf3dc" providerId="LiveId" clId="{50DC39A3-8FA7-4A80-8A87-2EF3B1F6CA93}" dt="2025-09-15T11:43:04.593" v="175"/>
          <ac:spMkLst>
            <pc:docMk/>
            <pc:sldMk cId="4106017397" sldId="259"/>
            <ac:spMk id="4" creationId="{84358D05-1EDC-5907-6873-FC7BD02F664C}"/>
          </ac:spMkLst>
        </pc:spChg>
        <pc:spChg chg="add">
          <ac:chgData name="kesava krish" userId="890b105e94fbf3dc" providerId="LiveId" clId="{50DC39A3-8FA7-4A80-8A87-2EF3B1F6CA93}" dt="2025-09-15T11:43:08.425" v="177"/>
          <ac:spMkLst>
            <pc:docMk/>
            <pc:sldMk cId="4106017397" sldId="259"/>
            <ac:spMk id="5" creationId="{98EB9AA5-9413-D325-7150-C0191F0463B5}"/>
          </ac:spMkLst>
        </pc:spChg>
        <pc:spChg chg="add">
          <ac:chgData name="kesava krish" userId="890b105e94fbf3dc" providerId="LiveId" clId="{50DC39A3-8FA7-4A80-8A87-2EF3B1F6CA93}" dt="2025-09-15T11:43:19.854" v="179"/>
          <ac:spMkLst>
            <pc:docMk/>
            <pc:sldMk cId="4106017397" sldId="259"/>
            <ac:spMk id="6" creationId="{55A17866-300C-39A4-1ED7-2B9636B5FBE1}"/>
          </ac:spMkLst>
        </pc:spChg>
      </pc:sldChg>
      <pc:sldChg chg="addSp delSp modSp mod">
        <pc:chgData name="kesava krish" userId="890b105e94fbf3dc" providerId="LiveId" clId="{50DC39A3-8FA7-4A80-8A87-2EF3B1F6CA93}" dt="2025-09-15T11:51:11.379" v="332" actId="1038"/>
        <pc:sldMkLst>
          <pc:docMk/>
          <pc:sldMk cId="4106017397" sldId="261"/>
        </pc:sldMkLst>
        <pc:spChg chg="mod">
          <ac:chgData name="kesava krish" userId="890b105e94fbf3dc" providerId="LiveId" clId="{50DC39A3-8FA7-4A80-8A87-2EF3B1F6CA93}" dt="2025-09-15T11:51:11.379" v="332" actId="1038"/>
          <ac:spMkLst>
            <pc:docMk/>
            <pc:sldMk cId="4106017397" sldId="261"/>
            <ac:spMk id="2" creationId="{43F10425-35A5-4C5A-A846-09AAAF50465E}"/>
          </ac:spMkLst>
        </pc:spChg>
        <pc:spChg chg="del mod">
          <ac:chgData name="kesava krish" userId="890b105e94fbf3dc" providerId="LiveId" clId="{50DC39A3-8FA7-4A80-8A87-2EF3B1F6CA93}" dt="2025-09-15T11:45:59.694" v="241"/>
          <ac:spMkLst>
            <pc:docMk/>
            <pc:sldMk cId="4106017397" sldId="261"/>
            <ac:spMk id="3" creationId="{529FDCFE-2215-498B-A62B-4975ABABBE11}"/>
          </ac:spMkLst>
        </pc:spChg>
        <pc:spChg chg="add mod">
          <ac:chgData name="kesava krish" userId="890b105e94fbf3dc" providerId="LiveId" clId="{50DC39A3-8FA7-4A80-8A87-2EF3B1F6CA93}" dt="2025-09-15T11:51:08.839" v="331" actId="14100"/>
          <ac:spMkLst>
            <pc:docMk/>
            <pc:sldMk cId="4106017397" sldId="261"/>
            <ac:spMk id="4" creationId="{D40B4E65-BFC4-D44B-2420-2E2724E581EC}"/>
          </ac:spMkLst>
        </pc:spChg>
      </pc:sldChg>
      <pc:sldChg chg="modSp mod">
        <pc:chgData name="kesava krish" userId="890b105e94fbf3dc" providerId="LiveId" clId="{50DC39A3-8FA7-4A80-8A87-2EF3B1F6CA93}" dt="2025-09-15T11:51:20.131" v="333" actId="2711"/>
        <pc:sldMkLst>
          <pc:docMk/>
          <pc:sldMk cId="4106017397" sldId="262"/>
        </pc:sldMkLst>
        <pc:spChg chg="mod">
          <ac:chgData name="kesava krish" userId="890b105e94fbf3dc" providerId="LiveId" clId="{50DC39A3-8FA7-4A80-8A87-2EF3B1F6CA93}" dt="2025-09-15T11:49:59.629" v="325" actId="20577"/>
          <ac:spMkLst>
            <pc:docMk/>
            <pc:sldMk cId="4106017397" sldId="262"/>
            <ac:spMk id="2" creationId="{43F10425-35A5-4C5A-A846-09AAAF50465E}"/>
          </ac:spMkLst>
        </pc:spChg>
        <pc:spChg chg="mod">
          <ac:chgData name="kesava krish" userId="890b105e94fbf3dc" providerId="LiveId" clId="{50DC39A3-8FA7-4A80-8A87-2EF3B1F6CA93}" dt="2025-09-15T11:51:20.131" v="333" actId="2711"/>
          <ac:spMkLst>
            <pc:docMk/>
            <pc:sldMk cId="4106017397" sldId="262"/>
            <ac:spMk id="3" creationId="{529FDCFE-2215-498B-A62B-4975ABABBE11}"/>
          </ac:spMkLst>
        </pc:spChg>
      </pc:sldChg>
      <pc:sldChg chg="addSp delSp modSp new mod">
        <pc:chgData name="kesava krish" userId="890b105e94fbf3dc" providerId="LiveId" clId="{50DC39A3-8FA7-4A80-8A87-2EF3B1F6CA93}" dt="2025-09-15T11:50:34.096" v="328" actId="14100"/>
        <pc:sldMkLst>
          <pc:docMk/>
          <pc:sldMk cId="2276699884" sldId="263"/>
        </pc:sldMkLst>
        <pc:spChg chg="mod">
          <ac:chgData name="kesava krish" userId="890b105e94fbf3dc" providerId="LiveId" clId="{50DC39A3-8FA7-4A80-8A87-2EF3B1F6CA93}" dt="2025-09-15T11:50:34.096" v="328" actId="14100"/>
          <ac:spMkLst>
            <pc:docMk/>
            <pc:sldMk cId="2276699884" sldId="263"/>
            <ac:spMk id="2" creationId="{DF679000-7224-81E1-74D6-07FD049E6CD2}"/>
          </ac:spMkLst>
        </pc:spChg>
        <pc:spChg chg="del">
          <ac:chgData name="kesava krish" userId="890b105e94fbf3dc" providerId="LiveId" clId="{50DC39A3-8FA7-4A80-8A87-2EF3B1F6CA93}" dt="2025-09-15T11:36:02.384" v="134"/>
          <ac:spMkLst>
            <pc:docMk/>
            <pc:sldMk cId="2276699884" sldId="263"/>
            <ac:spMk id="3" creationId="{A52F6D08-C5A6-D241-46C0-8606DA60862E}"/>
          </ac:spMkLst>
        </pc:spChg>
        <pc:spChg chg="add mod">
          <ac:chgData name="kesava krish" userId="890b105e94fbf3dc" providerId="LiveId" clId="{50DC39A3-8FA7-4A80-8A87-2EF3B1F6CA93}" dt="2025-09-15T11:41:10.555" v="164" actId="12"/>
          <ac:spMkLst>
            <pc:docMk/>
            <pc:sldMk cId="2276699884" sldId="263"/>
            <ac:spMk id="4" creationId="{53AFDF2D-A4DF-244D-6B23-EE1339D6F1A8}"/>
          </ac:spMkLst>
        </pc:spChg>
      </pc:sldChg>
      <pc:sldChg chg="addSp delSp modSp new mod">
        <pc:chgData name="kesava krish" userId="890b105e94fbf3dc" providerId="LiveId" clId="{50DC39A3-8FA7-4A80-8A87-2EF3B1F6CA93}" dt="2025-09-15T11:50:52.132" v="329" actId="2711"/>
        <pc:sldMkLst>
          <pc:docMk/>
          <pc:sldMk cId="1034790967" sldId="264"/>
        </pc:sldMkLst>
        <pc:spChg chg="mod">
          <ac:chgData name="kesava krish" userId="890b105e94fbf3dc" providerId="LiveId" clId="{50DC39A3-8FA7-4A80-8A87-2EF3B1F6CA93}" dt="2025-09-15T11:50:17.980" v="326" actId="1076"/>
          <ac:spMkLst>
            <pc:docMk/>
            <pc:sldMk cId="1034790967" sldId="264"/>
            <ac:spMk id="2" creationId="{21DCFDDD-F52F-4961-8867-0C7832713EB0}"/>
          </ac:spMkLst>
        </pc:spChg>
        <pc:spChg chg="del mod">
          <ac:chgData name="kesava krish" userId="890b105e94fbf3dc" providerId="LiveId" clId="{50DC39A3-8FA7-4A80-8A87-2EF3B1F6CA93}" dt="2025-09-15T11:44:33.907" v="230"/>
          <ac:spMkLst>
            <pc:docMk/>
            <pc:sldMk cId="1034790967" sldId="264"/>
            <ac:spMk id="3" creationId="{EF0F7C1C-960E-153D-1632-6D626003989B}"/>
          </ac:spMkLst>
        </pc:spChg>
        <pc:spChg chg="add mod">
          <ac:chgData name="kesava krish" userId="890b105e94fbf3dc" providerId="LiveId" clId="{50DC39A3-8FA7-4A80-8A87-2EF3B1F6CA93}" dt="2025-09-15T11:50:52.132" v="329" actId="2711"/>
          <ac:spMkLst>
            <pc:docMk/>
            <pc:sldMk cId="1034790967" sldId="264"/>
            <ac:spMk id="4" creationId="{0977499D-BDCA-6965-3BE9-B663A81A3BB4}"/>
          </ac:spMkLst>
        </pc:spChg>
      </pc:sldChg>
      <pc:sldChg chg="addSp delSp modSp new mod">
        <pc:chgData name="kesava krish" userId="890b105e94fbf3dc" providerId="LiveId" clId="{50DC39A3-8FA7-4A80-8A87-2EF3B1F6CA93}" dt="2025-09-15T11:52:46.319" v="340" actId="478"/>
        <pc:sldMkLst>
          <pc:docMk/>
          <pc:sldMk cId="2416755056" sldId="265"/>
        </pc:sldMkLst>
        <pc:spChg chg="del mod">
          <ac:chgData name="kesava krish" userId="890b105e94fbf3dc" providerId="LiveId" clId="{50DC39A3-8FA7-4A80-8A87-2EF3B1F6CA93}" dt="2025-09-15T11:52:37.951" v="337" actId="478"/>
          <ac:spMkLst>
            <pc:docMk/>
            <pc:sldMk cId="2416755056" sldId="265"/>
            <ac:spMk id="2" creationId="{A09BCDA5-81D0-84A5-B989-7A13BD6203C6}"/>
          </ac:spMkLst>
        </pc:spChg>
        <pc:spChg chg="del">
          <ac:chgData name="kesava krish" userId="890b105e94fbf3dc" providerId="LiveId" clId="{50DC39A3-8FA7-4A80-8A87-2EF3B1F6CA93}" dt="2025-09-15T11:52:37.951" v="337" actId="478"/>
          <ac:spMkLst>
            <pc:docMk/>
            <pc:sldMk cId="2416755056" sldId="265"/>
            <ac:spMk id="3" creationId="{FDED828D-25F8-5813-BC53-BB40666833F3}"/>
          </ac:spMkLst>
        </pc:spChg>
        <pc:spChg chg="del mod">
          <ac:chgData name="kesava krish" userId="890b105e94fbf3dc" providerId="LiveId" clId="{50DC39A3-8FA7-4A80-8A87-2EF3B1F6CA93}" dt="2025-09-15T11:52:46.319" v="340" actId="478"/>
          <ac:spMkLst>
            <pc:docMk/>
            <pc:sldMk cId="2416755056" sldId="265"/>
            <ac:spMk id="4" creationId="{52549F7A-4AB2-97DE-6549-C9DDF99AEC86}"/>
          </ac:spMkLst>
        </pc:spChg>
        <pc:spChg chg="add mod">
          <ac:chgData name="kesava krish" userId="890b105e94fbf3dc" providerId="LiveId" clId="{50DC39A3-8FA7-4A80-8A87-2EF3B1F6CA93}" dt="2025-09-15T11:52:40.314" v="338"/>
          <ac:spMkLst>
            <pc:docMk/>
            <pc:sldMk cId="2416755056" sldId="265"/>
            <ac:spMk id="9" creationId="{2CC84629-6F2F-2C09-9AE1-9015D7B89B88}"/>
          </ac:spMkLst>
        </pc:spChg>
        <pc:spChg chg="add mod">
          <ac:chgData name="kesava krish" userId="890b105e94fbf3dc" providerId="LiveId" clId="{50DC39A3-8FA7-4A80-8A87-2EF3B1F6CA93}" dt="2025-09-15T11:52:40.314" v="338"/>
          <ac:spMkLst>
            <pc:docMk/>
            <pc:sldMk cId="2416755056" sldId="265"/>
            <ac:spMk id="12" creationId="{7D093C2B-1D55-2001-69C1-D23E8247A665}"/>
          </ac:spMkLst>
        </pc:spChg>
        <pc:spChg chg="add mod">
          <ac:chgData name="kesava krish" userId="890b105e94fbf3dc" providerId="LiveId" clId="{50DC39A3-8FA7-4A80-8A87-2EF3B1F6CA93}" dt="2025-09-15T11:52:40.314" v="338"/>
          <ac:spMkLst>
            <pc:docMk/>
            <pc:sldMk cId="2416755056" sldId="265"/>
            <ac:spMk id="19" creationId="{C9D54653-38F6-2C6D-888F-1EA96DF6FC4A}"/>
          </ac:spMkLst>
        </pc:spChg>
        <pc:spChg chg="add mod">
          <ac:chgData name="kesava krish" userId="890b105e94fbf3dc" providerId="LiveId" clId="{50DC39A3-8FA7-4A80-8A87-2EF3B1F6CA93}" dt="2025-09-15T11:52:40.314" v="338"/>
          <ac:spMkLst>
            <pc:docMk/>
            <pc:sldMk cId="2416755056" sldId="265"/>
            <ac:spMk id="22" creationId="{209AC281-CC12-EBD5-6AFF-124A718B7611}"/>
          </ac:spMkLst>
        </pc:spChg>
        <pc:spChg chg="add mod">
          <ac:chgData name="kesava krish" userId="890b105e94fbf3dc" providerId="LiveId" clId="{50DC39A3-8FA7-4A80-8A87-2EF3B1F6CA93}" dt="2025-09-15T11:52:40.314" v="338"/>
          <ac:spMkLst>
            <pc:docMk/>
            <pc:sldMk cId="2416755056" sldId="265"/>
            <ac:spMk id="27" creationId="{E83E012D-E543-F3BA-947C-9AC6F4D9D732}"/>
          </ac:spMkLst>
        </pc:spChg>
        <pc:spChg chg="add mod">
          <ac:chgData name="kesava krish" userId="890b105e94fbf3dc" providerId="LiveId" clId="{50DC39A3-8FA7-4A80-8A87-2EF3B1F6CA93}" dt="2025-09-15T11:52:40.314" v="338"/>
          <ac:spMkLst>
            <pc:docMk/>
            <pc:sldMk cId="2416755056" sldId="265"/>
            <ac:spMk id="28" creationId="{4EB7D485-5092-5C17-1FA7-30AAA85CFE39}"/>
          </ac:spMkLst>
        </pc:spChg>
        <pc:spChg chg="add mod">
          <ac:chgData name="kesava krish" userId="890b105e94fbf3dc" providerId="LiveId" clId="{50DC39A3-8FA7-4A80-8A87-2EF3B1F6CA93}" dt="2025-09-15T11:52:40.314" v="338"/>
          <ac:spMkLst>
            <pc:docMk/>
            <pc:sldMk cId="2416755056" sldId="265"/>
            <ac:spMk id="29" creationId="{43011A58-4544-58B9-9041-E3D9763DA4E9}"/>
          </ac:spMkLst>
        </pc:spChg>
        <pc:spChg chg="add mod">
          <ac:chgData name="kesava krish" userId="890b105e94fbf3dc" providerId="LiveId" clId="{50DC39A3-8FA7-4A80-8A87-2EF3B1F6CA93}" dt="2025-09-15T11:52:40.314" v="338"/>
          <ac:spMkLst>
            <pc:docMk/>
            <pc:sldMk cId="2416755056" sldId="265"/>
            <ac:spMk id="31" creationId="{60925FD0-D670-0A12-73C8-95036DC8F158}"/>
          </ac:spMkLst>
        </pc:spChg>
        <pc:spChg chg="add mod">
          <ac:chgData name="kesava krish" userId="890b105e94fbf3dc" providerId="LiveId" clId="{50DC39A3-8FA7-4A80-8A87-2EF3B1F6CA93}" dt="2025-09-15T11:52:40.314" v="338"/>
          <ac:spMkLst>
            <pc:docMk/>
            <pc:sldMk cId="2416755056" sldId="265"/>
            <ac:spMk id="33" creationId="{7194BD2C-C12D-8991-15EA-D56F2860D3D2}"/>
          </ac:spMkLst>
        </pc:spChg>
        <pc:spChg chg="add mod">
          <ac:chgData name="kesava krish" userId="890b105e94fbf3dc" providerId="LiveId" clId="{50DC39A3-8FA7-4A80-8A87-2EF3B1F6CA93}" dt="2025-09-15T11:52:40.314" v="338"/>
          <ac:spMkLst>
            <pc:docMk/>
            <pc:sldMk cId="2416755056" sldId="265"/>
            <ac:spMk id="37" creationId="{5F79920B-EE0A-DD3A-7CC1-27B76D3A759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A3898-76FA-4A8F-8B44-D830AE1378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BDB63D-C1D5-4549-8988-942C8A76A4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A33D3-5D46-4DA8-AC54-A11A708FA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FBE53-0835-4D96-8726-18B5F3897E74}" type="datetimeFigureOut">
              <a:rPr lang="en-IN" smtClean="0"/>
              <a:pPr/>
              <a:t>15-09-2025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AD4F94-C6AA-4BFD-A475-AE2557AF1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131631-492E-48A8-B876-76EDA3584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F3440-1CFF-4A17-B8ED-65B68637AD0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8707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F9AEA-C704-407E-9617-34C878CA9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ED930-515D-4D5B-B7F7-A261F9932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2B0E14-3895-44D9-8C15-DA1C4787B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FBE53-0835-4D96-8726-18B5F3897E74}" type="datetimeFigureOut">
              <a:rPr lang="en-IN" smtClean="0"/>
              <a:pPr/>
              <a:t>15-09-2025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625F6D-CF3D-45F5-9E9D-FDCE1F0A3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A1AA4-6E8D-44D2-B348-1155421C1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F3440-1CFF-4A17-B8ED-65B68637AD0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4091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15157-2E83-4F37-B5C2-B2D0E2B29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4A0D7B-33D0-4C5F-A9E4-69F6B5E7F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21221-4835-4D2B-B419-2ED723657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FBE53-0835-4D96-8726-18B5F3897E74}" type="datetimeFigureOut">
              <a:rPr lang="en-IN" smtClean="0"/>
              <a:pPr/>
              <a:t>15-09-2025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5CB0F-77D0-4DC1-8667-2F5C151DE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E9632-6036-49C2-9674-1B9FEFB13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F3440-1CFF-4A17-B8ED-65B68637AD0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331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0EB51-5F92-4CAD-8E58-B4B69C1B5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E5179-4208-47F5-8AE8-E5142C2BB7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08A848-C10C-45D2-BB54-78F139F5F8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869B00-7AC5-4733-BA0B-5CD3A306A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FBE53-0835-4D96-8726-18B5F3897E74}" type="datetimeFigureOut">
              <a:rPr lang="en-IN" smtClean="0"/>
              <a:pPr/>
              <a:t>15-09-2025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2B2125-AC05-44D4-9A85-FE3FDFCFC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C3188D-9E84-4CAC-9267-CEADA810A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F3440-1CFF-4A17-B8ED-65B68637AD0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6914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F9592-16CB-4E7F-9380-C15C52E0B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1BC783-E916-411E-9F49-22EC8BD8D8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3338C7-7081-407A-BEB3-D126C14BF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30C4ED-0482-4CAB-8EF6-EF356298D0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EEE060-49E9-4AC2-A70C-FA8B5F9E22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AE9793-1563-4CD5-9499-4E28BD070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FBE53-0835-4D96-8726-18B5F3897E74}" type="datetimeFigureOut">
              <a:rPr lang="en-IN" smtClean="0"/>
              <a:pPr/>
              <a:t>15-09-2025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A77D33-B0D0-4030-B1B3-2FAC0D01C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039962-8DB9-4BD3-B340-79678228F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F3440-1CFF-4A17-B8ED-65B68637AD0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9921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060EA-9246-44B6-8881-316E8A8DF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3A2472-C92C-4469-9B31-CC28C50C6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FBE53-0835-4D96-8726-18B5F3897E74}" type="datetimeFigureOut">
              <a:rPr lang="en-IN" smtClean="0"/>
              <a:pPr/>
              <a:t>15-09-2025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6A9AC6-AB79-45A5-90B3-7BC425633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AC2F71-0887-42E9-892F-9CC90FC72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F3440-1CFF-4A17-B8ED-65B68637AD0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5394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1A7006-3623-4859-901D-07581CDBF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FBE53-0835-4D96-8726-18B5F3897E74}" type="datetimeFigureOut">
              <a:rPr lang="en-IN" smtClean="0"/>
              <a:pPr/>
              <a:t>15-09-2025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536906-373B-412F-A35B-DA6828995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6634ED-1312-4E20-A98F-341B7B30A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F3440-1CFF-4A17-B8ED-65B68637AD0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2082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28D79-DFFE-45BF-943E-3A3A946BC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CBDBF-90E4-4BE7-8B36-90ABCB8339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119E5F-C94B-4432-A6A0-4E1DAA7EC6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0A980F-E166-4882-8145-76362946E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FBE53-0835-4D96-8726-18B5F3897E74}" type="datetimeFigureOut">
              <a:rPr lang="en-IN" smtClean="0"/>
              <a:pPr/>
              <a:t>15-09-2025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D2B5BA-3E98-44FD-BE95-2921DDF65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7418FA-0D41-4668-8050-197D97F7F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F3440-1CFF-4A17-B8ED-65B68637AD0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865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16BB9-45CA-4525-8CFF-DD0FFC3B8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60C8E0-C6D7-40FC-95E4-735DF518CD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0187FA-63EA-4316-A0B9-E0B027DB6A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9736B7-F811-49EC-BAB9-080459428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FBE53-0835-4D96-8726-18B5F3897E74}" type="datetimeFigureOut">
              <a:rPr lang="en-IN" smtClean="0"/>
              <a:pPr/>
              <a:t>15-09-2025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9B3684-B8B4-43BD-8D73-95D9EA1DE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767351-5E49-4261-B60E-449BE7305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F3440-1CFF-4A17-B8ED-65B68637AD0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3907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597BA-2A4C-4264-ABB8-8B6795414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F6D4E5-BCCB-4AE8-9939-0FC47E83A3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E64189-7B64-4B6A-B678-AECD2AF7E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FBE53-0835-4D96-8726-18B5F3897E74}" type="datetimeFigureOut">
              <a:rPr lang="en-IN" smtClean="0"/>
              <a:pPr/>
              <a:t>15-09-2025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644BA3-3365-4844-A16E-446DF8474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DB043F-84EE-42A5-891A-9A7513B3F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F3440-1CFF-4A17-B8ED-65B68637AD0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6100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F0E392-683B-4BA8-997D-E563E3C08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F1CEEC-5CE5-45C8-8C0C-C4E72D457A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770A5-A958-40E4-B550-5FE37DE7A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FBE53-0835-4D96-8726-18B5F3897E74}" type="datetimeFigureOut">
              <a:rPr lang="en-IN" smtClean="0"/>
              <a:pPr/>
              <a:t>15-09-2025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423BC1-A38E-495F-82FC-757BE506F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F1F50-5124-4AEB-8483-A0951D210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F3440-1CFF-4A17-B8ED-65B68637AD0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6348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40932B-8685-4D42-BF62-F68CC158A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63F1A1-6BED-44C8-966D-E0B44A4EA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0964D7-3D00-40A5-BE98-17CEB9D07C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EFBE53-0835-4D96-8726-18B5F3897E74}" type="datetimeFigureOut">
              <a:rPr lang="en-IN" smtClean="0"/>
              <a:pPr/>
              <a:t>15-09-2025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F75B0E-3B26-47AB-B212-88B3B677BF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76A98-DC3E-4982-8005-DF91349D56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AF3440-1CFF-4A17-B8ED-65B68637AD0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4589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Logo_MEC">
            <a:extLst>
              <a:ext uri="{FF2B5EF4-FFF2-40B4-BE49-F238E27FC236}">
                <a16:creationId xmlns:a16="http://schemas.microsoft.com/office/drawing/2014/main" id="{DC20F0E1-F071-4452-9248-BFA6D386FC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lum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8668" y="287694"/>
            <a:ext cx="990144" cy="1200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171145-CEFB-43DB-BBA2-0B4D008DACAB}"/>
              </a:ext>
            </a:extLst>
          </p:cNvPr>
          <p:cNvSpPr txBox="1"/>
          <p:nvPr/>
        </p:nvSpPr>
        <p:spPr>
          <a:xfrm>
            <a:off x="2598812" y="183381"/>
            <a:ext cx="7713201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MUTHAYAMMAL ENGINEERING COLLEGE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(Autonomous)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Rasipuram - 637 408, Namakkal (Dt.), Tamil Nadu, India.</a:t>
            </a:r>
            <a:endParaRPr lang="en-IN" dirty="0"/>
          </a:p>
          <a:p>
            <a:pPr algn="ctr"/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7D1F36-6CB7-49FA-85C2-B72FAAAFE946}"/>
              </a:ext>
            </a:extLst>
          </p:cNvPr>
          <p:cNvSpPr txBox="1"/>
          <p:nvPr/>
        </p:nvSpPr>
        <p:spPr>
          <a:xfrm>
            <a:off x="2915950" y="1843175"/>
            <a:ext cx="70789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Technology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1C2378-08B3-4A88-97B6-6A4705C874B9}"/>
              </a:ext>
            </a:extLst>
          </p:cNvPr>
          <p:cNvSpPr txBox="1"/>
          <p:nvPr/>
        </p:nvSpPr>
        <p:spPr>
          <a:xfrm>
            <a:off x="1828801" y="2750341"/>
            <a:ext cx="92093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Graph Convolution Networks for MRI - Based Brain Tumor Segmentation</a:t>
            </a:r>
            <a:endParaRPr lang="en-IN" sz="26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A81F2E-208E-4159-BF1E-EDE1B462A509}"/>
              </a:ext>
            </a:extLst>
          </p:cNvPr>
          <p:cNvSpPr txBox="1"/>
          <p:nvPr/>
        </p:nvSpPr>
        <p:spPr>
          <a:xfrm>
            <a:off x="1608668" y="4273898"/>
            <a:ext cx="382566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Guide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Mr.R.Bhoopathy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Professor,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Technology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6FF35E-E959-4021-8ADF-057BBAA673BA}"/>
              </a:ext>
            </a:extLst>
          </p:cNvPr>
          <p:cNvSpPr txBox="1"/>
          <p:nvPr/>
        </p:nvSpPr>
        <p:spPr>
          <a:xfrm>
            <a:off x="8220458" y="4208584"/>
            <a:ext cx="387163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HARIVIGNESH B(23IT507)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GOKILKANTH(23IT502)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MOHANABHARATHI S(23IT504)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KAVIRAJ</a:t>
            </a:r>
            <a:r>
              <a:rPr lang="en-IN" dirty="0"/>
              <a:t> 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S(23IT503 )</a:t>
            </a:r>
          </a:p>
        </p:txBody>
      </p:sp>
    </p:spTree>
    <p:extLst>
      <p:ext uri="{BB962C8B-B14F-4D97-AF65-F5344CB8AC3E}">
        <p14:creationId xmlns:p14="http://schemas.microsoft.com/office/powerpoint/2010/main" val="3117834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79000-7224-81E1-74D6-07FD049E6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25963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3AFDF2D-A4DF-244D-6B23-EE1339D6F1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25175"/>
            <a:ext cx="10412392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Brain tumors are life-threatening and require early detection for effective      treatment.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MRI imaging provides multi-modal data essential for accurate tumor analysis.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Graph Convolutional Networks (GCNs) capture spatial and modality-based relationships in MRI data.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Multi-modal feature fusion improves segmentation accuracy across tumor sub-regions.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Automated tumor detection assists radiologists in diagnosis and treatment planning.</a:t>
            </a:r>
          </a:p>
        </p:txBody>
      </p:sp>
    </p:spTree>
    <p:extLst>
      <p:ext uri="{BB962C8B-B14F-4D97-AF65-F5344CB8AC3E}">
        <p14:creationId xmlns:p14="http://schemas.microsoft.com/office/powerpoint/2010/main" val="2276699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548D6-4AB2-4918-A61D-77B0D00CA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423" y="-29013"/>
            <a:ext cx="10509813" cy="126104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sz="36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3A196B1-6F4F-94D9-4A8D-8287837278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41093" y="1232030"/>
            <a:ext cx="10509813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Brain tumors require early and accurate detection for effective treatment.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Multi-modal MRI provides detailed imaging essential for tumor analysis.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Graph Convolutional Networks (GCNs) capture spatial and inter-modal relationships.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Multi-modal feature fusion and segmentation improve tumor detection accuracy.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AI-based detection assists radiologists in faster and precise diagnosis.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442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CFDDD-F52F-4961-8867-0C7832713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137104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977499D-BDCA-6965-3BE9-B663A81A3B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47531" y="1623410"/>
            <a:ext cx="1051560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brain tumor detection relies on manual analysis of MRI scans by radiologists.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machine learning methods use handcrafted features for tumor classification.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CNN-based models focus on local pixel information but struggle with long-range dependencies.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systems process each MRI modality independently without effective fusion.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explainability in existing models makes clinical adoption challenging</a:t>
            </a:r>
          </a:p>
        </p:txBody>
      </p:sp>
    </p:spTree>
    <p:extLst>
      <p:ext uri="{BB962C8B-B14F-4D97-AF65-F5344CB8AC3E}">
        <p14:creationId xmlns:p14="http://schemas.microsoft.com/office/powerpoint/2010/main" val="1034790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10425-35A5-4C5A-A846-09AAAF504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375" y="-194711"/>
            <a:ext cx="9758265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endParaRPr lang="en-IN" sz="36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40B4E65-BFC4-D44B-2420-2E2724E581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89045" y="1576232"/>
            <a:ext cx="9825135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MRI analysis is time-consuming and prone to human error.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machine learning requires extensive feature engineering.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CNN models ignore complex spatial and inter-modal relationships.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Poor performance in segmenting small or irregular tumor regions.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model interpretability reduces trust for clinical use.</a:t>
            </a:r>
          </a:p>
        </p:txBody>
      </p:sp>
    </p:spTree>
    <p:extLst>
      <p:ext uri="{BB962C8B-B14F-4D97-AF65-F5344CB8AC3E}">
        <p14:creationId xmlns:p14="http://schemas.microsoft.com/office/powerpoint/2010/main" val="4106017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10425-35A5-4C5A-A846-09AAAF504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1722" y="0"/>
            <a:ext cx="10000862" cy="1026367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FDCFE-2215-498B-A62B-4975ABABB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1721" y="1268963"/>
            <a:ext cx="10000861" cy="4740049"/>
          </a:xfrm>
        </p:spPr>
        <p:txBody>
          <a:bodyPr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Graph Convolutional Networks (GCNs) to capture spatial and modality relationships in MRI data.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multi-modal feature fusion for improved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detection accuracy.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segments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sub-regions for precise diagnosis.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effort and assists radiologists in faster decision-making.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explainable predictions to enhance clinical trust and usability.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6017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BEBB229-8770-FA41-8C7E-B01706F8FE0C}"/>
              </a:ext>
            </a:extLst>
          </p:cNvPr>
          <p:cNvSpPr/>
          <p:nvPr/>
        </p:nvSpPr>
        <p:spPr>
          <a:xfrm>
            <a:off x="1516760" y="718119"/>
            <a:ext cx="1835291" cy="1834555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65E150-C35D-7DF9-E9F3-33D6E719E1F3}"/>
              </a:ext>
            </a:extLst>
          </p:cNvPr>
          <p:cNvSpPr/>
          <p:nvPr/>
        </p:nvSpPr>
        <p:spPr>
          <a:xfrm>
            <a:off x="4668066" y="653392"/>
            <a:ext cx="2191110" cy="2118839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91A847-FC04-0399-2E26-C4B572C1C254}"/>
              </a:ext>
            </a:extLst>
          </p:cNvPr>
          <p:cNvSpPr txBox="1"/>
          <p:nvPr/>
        </p:nvSpPr>
        <p:spPr>
          <a:xfrm>
            <a:off x="1605519" y="850878"/>
            <a:ext cx="18582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Module</a:t>
            </a: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92F9EB-A03B-A857-9231-BDBC59F41E25}"/>
              </a:ext>
            </a:extLst>
          </p:cNvPr>
          <p:cNvSpPr/>
          <p:nvPr/>
        </p:nvSpPr>
        <p:spPr>
          <a:xfrm>
            <a:off x="1721437" y="1295721"/>
            <a:ext cx="1311215" cy="32780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C84629-6F2F-2C09-9AE1-9015D7B89B88}"/>
              </a:ext>
            </a:extLst>
          </p:cNvPr>
          <p:cNvSpPr/>
          <p:nvPr/>
        </p:nvSpPr>
        <p:spPr>
          <a:xfrm>
            <a:off x="1721436" y="1895540"/>
            <a:ext cx="1311216" cy="2949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Resizing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D8D738-5B1A-E72F-4D03-06BA0C114518}"/>
              </a:ext>
            </a:extLst>
          </p:cNvPr>
          <p:cNvSpPr txBox="1"/>
          <p:nvPr/>
        </p:nvSpPr>
        <p:spPr>
          <a:xfrm>
            <a:off x="4741794" y="784875"/>
            <a:ext cx="21911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Module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58876D-E15A-7450-721C-A0369F568FE3}"/>
              </a:ext>
            </a:extLst>
          </p:cNvPr>
          <p:cNvSpPr/>
          <p:nvPr/>
        </p:nvSpPr>
        <p:spPr>
          <a:xfrm>
            <a:off x="5030375" y="1271555"/>
            <a:ext cx="1520899" cy="3398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Layers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093C2B-1D55-2001-69C1-D23E8247A665}"/>
              </a:ext>
            </a:extLst>
          </p:cNvPr>
          <p:cNvSpPr/>
          <p:nvPr/>
        </p:nvSpPr>
        <p:spPr>
          <a:xfrm>
            <a:off x="5025252" y="1770042"/>
            <a:ext cx="1466490" cy="2883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Pooling Layers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A5E96F-9EC6-A9FF-7952-2A0D89393A38}"/>
              </a:ext>
            </a:extLst>
          </p:cNvPr>
          <p:cNvSpPr/>
          <p:nvPr/>
        </p:nvSpPr>
        <p:spPr>
          <a:xfrm>
            <a:off x="7844073" y="4144167"/>
            <a:ext cx="2057400" cy="186321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827AEB-6A72-F56F-3092-8D519677AFEC}"/>
              </a:ext>
            </a:extLst>
          </p:cNvPr>
          <p:cNvSpPr txBox="1"/>
          <p:nvPr/>
        </p:nvSpPr>
        <p:spPr>
          <a:xfrm>
            <a:off x="8042825" y="4889085"/>
            <a:ext cx="18586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Segmentation Module (Testing)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4A9A6564-CAE5-58AF-3718-817709CA157F}"/>
              </a:ext>
            </a:extLst>
          </p:cNvPr>
          <p:cNvCxnSpPr>
            <a:stCxn id="5" idx="2"/>
            <a:endCxn id="6" idx="1"/>
          </p:cNvCxnSpPr>
          <p:nvPr/>
        </p:nvCxnSpPr>
        <p:spPr>
          <a:xfrm rot="5400000" flipH="1" flipV="1">
            <a:off x="3131305" y="1015913"/>
            <a:ext cx="839862" cy="2233660"/>
          </a:xfrm>
          <a:prstGeom prst="bentConnector4">
            <a:avLst>
              <a:gd name="adj1" fmla="val -27219"/>
              <a:gd name="adj2" fmla="val 7054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B5D7DC9B-B6F1-2E06-D8BC-9CD5CE16EB4C}"/>
              </a:ext>
            </a:extLst>
          </p:cNvPr>
          <p:cNvCxnSpPr>
            <a:stCxn id="6" idx="2"/>
          </p:cNvCxnSpPr>
          <p:nvPr/>
        </p:nvCxnSpPr>
        <p:spPr>
          <a:xfrm rot="5400000" flipH="1" flipV="1">
            <a:off x="6220647" y="1154400"/>
            <a:ext cx="1160804" cy="2074857"/>
          </a:xfrm>
          <a:prstGeom prst="bentConnector4">
            <a:avLst>
              <a:gd name="adj1" fmla="val -19693"/>
              <a:gd name="adj2" fmla="val 7640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7D198DEF-AE5C-54A7-FE3C-2C9EAD442D9A}"/>
              </a:ext>
            </a:extLst>
          </p:cNvPr>
          <p:cNvCxnSpPr>
            <a:endCxn id="5" idx="1"/>
          </p:cNvCxnSpPr>
          <p:nvPr/>
        </p:nvCxnSpPr>
        <p:spPr>
          <a:xfrm rot="5400000" flipH="1" flipV="1">
            <a:off x="555600" y="2014089"/>
            <a:ext cx="1339852" cy="58246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33B2E16-E538-4415-8C5E-BD1A7B93A98C}"/>
              </a:ext>
            </a:extLst>
          </p:cNvPr>
          <p:cNvSpPr txBox="1"/>
          <p:nvPr/>
        </p:nvSpPr>
        <p:spPr>
          <a:xfrm>
            <a:off x="852697" y="1390925"/>
            <a:ext cx="6472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9D54653-38F6-2C6D-888F-1EA96DF6FC4A}"/>
              </a:ext>
            </a:extLst>
          </p:cNvPr>
          <p:cNvSpPr txBox="1"/>
          <p:nvPr/>
        </p:nvSpPr>
        <p:spPr>
          <a:xfrm>
            <a:off x="107838" y="2911496"/>
            <a:ext cx="1408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MRI Images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F20A648-15FB-A68C-99C8-15D8A61C789C}"/>
              </a:ext>
            </a:extLst>
          </p:cNvPr>
          <p:cNvSpPr txBox="1"/>
          <p:nvPr/>
        </p:nvSpPr>
        <p:spPr>
          <a:xfrm>
            <a:off x="10537271" y="4450806"/>
            <a:ext cx="16117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Segmentation</a:t>
            </a:r>
          </a:p>
          <a:p>
            <a:pPr algn="ctr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(Output)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2ED9D3-E3AF-F154-6E8A-0617226231E6}"/>
              </a:ext>
            </a:extLst>
          </p:cNvPr>
          <p:cNvSpPr txBox="1"/>
          <p:nvPr/>
        </p:nvSpPr>
        <p:spPr>
          <a:xfrm>
            <a:off x="2333261" y="2803127"/>
            <a:ext cx="19719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Preprocessed MRI images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09AC281-CC12-EBD5-6AFF-124A718B7611}"/>
              </a:ext>
            </a:extLst>
          </p:cNvPr>
          <p:cNvSpPr txBox="1"/>
          <p:nvPr/>
        </p:nvSpPr>
        <p:spPr>
          <a:xfrm>
            <a:off x="5964552" y="2998661"/>
            <a:ext cx="10543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maps</a:t>
            </a:r>
          </a:p>
        </p:txBody>
      </p:sp>
      <p:cxnSp>
        <p:nvCxnSpPr>
          <p:cNvPr id="23" name="Elbow Connector 84">
            <a:extLst>
              <a:ext uri="{FF2B5EF4-FFF2-40B4-BE49-F238E27FC236}">
                <a16:creationId xmlns:a16="http://schemas.microsoft.com/office/drawing/2014/main" id="{C98D9B7D-44C1-CB74-E96D-11A13D4C460D}"/>
              </a:ext>
            </a:extLst>
          </p:cNvPr>
          <p:cNvCxnSpPr>
            <a:stCxn id="13" idx="2"/>
            <a:endCxn id="20" idx="1"/>
          </p:cNvCxnSpPr>
          <p:nvPr/>
        </p:nvCxnSpPr>
        <p:spPr>
          <a:xfrm rot="5400000" flipH="1" flipV="1">
            <a:off x="9042152" y="4512260"/>
            <a:ext cx="1325740" cy="1664498"/>
          </a:xfrm>
          <a:prstGeom prst="bentConnector4">
            <a:avLst>
              <a:gd name="adj1" fmla="val -17243"/>
              <a:gd name="adj2" fmla="val 8090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764AB1FD-5F83-8ABA-8073-8DE918487EA1}"/>
              </a:ext>
            </a:extLst>
          </p:cNvPr>
          <p:cNvSpPr/>
          <p:nvPr/>
        </p:nvSpPr>
        <p:spPr>
          <a:xfrm>
            <a:off x="7835343" y="624118"/>
            <a:ext cx="2074858" cy="2146473"/>
          </a:xfrm>
          <a:prstGeom prst="rect">
            <a:avLst/>
          </a:prstGeom>
          <a:solidFill>
            <a:srgbClr val="92D050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66E9F7-5BB9-C910-AEE3-855595FD96B2}"/>
              </a:ext>
            </a:extLst>
          </p:cNvPr>
          <p:cNvSpPr txBox="1"/>
          <p:nvPr/>
        </p:nvSpPr>
        <p:spPr>
          <a:xfrm>
            <a:off x="8120760" y="690874"/>
            <a:ext cx="15977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Encoder</a:t>
            </a:r>
          </a:p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(Down sampling)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B5D55FF-DD44-97C6-AEC0-7579848D0033}"/>
              </a:ext>
            </a:extLst>
          </p:cNvPr>
          <p:cNvSpPr/>
          <p:nvPr/>
        </p:nvSpPr>
        <p:spPr>
          <a:xfrm>
            <a:off x="1244371" y="4089801"/>
            <a:ext cx="2074858" cy="2146473"/>
          </a:xfrm>
          <a:prstGeom prst="rect">
            <a:avLst/>
          </a:prstGeom>
          <a:solidFill>
            <a:srgbClr val="92D050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83E012D-E543-F3BA-947C-9AC6F4D9D732}"/>
              </a:ext>
            </a:extLst>
          </p:cNvPr>
          <p:cNvSpPr txBox="1"/>
          <p:nvPr/>
        </p:nvSpPr>
        <p:spPr>
          <a:xfrm>
            <a:off x="1225526" y="4237244"/>
            <a:ext cx="22478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Convolution Module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EB7D485-5092-5C17-1FA7-30AAA85CFE39}"/>
              </a:ext>
            </a:extLst>
          </p:cNvPr>
          <p:cNvSpPr/>
          <p:nvPr/>
        </p:nvSpPr>
        <p:spPr>
          <a:xfrm>
            <a:off x="4476417" y="4116430"/>
            <a:ext cx="2074858" cy="2146473"/>
          </a:xfrm>
          <a:prstGeom prst="rect">
            <a:avLst/>
          </a:prstGeom>
          <a:solidFill>
            <a:srgbClr val="92D050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3011A58-4544-58B9-9041-E3D9763DA4E9}"/>
              </a:ext>
            </a:extLst>
          </p:cNvPr>
          <p:cNvSpPr txBox="1"/>
          <p:nvPr/>
        </p:nvSpPr>
        <p:spPr>
          <a:xfrm>
            <a:off x="4785257" y="4203022"/>
            <a:ext cx="15816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Decoder</a:t>
            </a:r>
          </a:p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(Up sampling)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678966D-F547-D671-84C0-794B0DCD2B7A}"/>
              </a:ext>
            </a:extLst>
          </p:cNvPr>
          <p:cNvSpPr/>
          <p:nvPr/>
        </p:nvSpPr>
        <p:spPr>
          <a:xfrm>
            <a:off x="1605519" y="4915924"/>
            <a:ext cx="1529344" cy="3558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wise 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0925FD0-D670-0A12-73C8-95036DC8F158}"/>
              </a:ext>
            </a:extLst>
          </p:cNvPr>
          <p:cNvSpPr/>
          <p:nvPr/>
        </p:nvSpPr>
        <p:spPr>
          <a:xfrm>
            <a:off x="1605519" y="5581256"/>
            <a:ext cx="1529344" cy="3558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Channel wise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0C1D646-DD00-D2F8-7A82-C17F2E7C19EB}"/>
              </a:ext>
            </a:extLst>
          </p:cNvPr>
          <p:cNvSpPr/>
          <p:nvPr/>
        </p:nvSpPr>
        <p:spPr>
          <a:xfrm>
            <a:off x="4858238" y="5581256"/>
            <a:ext cx="1311216" cy="3471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Leaky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194BD2C-C12D-8991-15EA-D56F2860D3D2}"/>
              </a:ext>
            </a:extLst>
          </p:cNvPr>
          <p:cNvSpPr/>
          <p:nvPr/>
        </p:nvSpPr>
        <p:spPr>
          <a:xfrm>
            <a:off x="4858238" y="4883900"/>
            <a:ext cx="1311216" cy="3471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layer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4063864-3A9A-233C-12B7-F4B7AA030A78}"/>
              </a:ext>
            </a:extLst>
          </p:cNvPr>
          <p:cNvSpPr/>
          <p:nvPr/>
        </p:nvSpPr>
        <p:spPr>
          <a:xfrm>
            <a:off x="8217164" y="1461466"/>
            <a:ext cx="1311216" cy="3471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layer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50E8454-5282-DA62-DAB7-D3DC2E6CCF1F}"/>
              </a:ext>
            </a:extLst>
          </p:cNvPr>
          <p:cNvSpPr/>
          <p:nvPr/>
        </p:nvSpPr>
        <p:spPr>
          <a:xfrm>
            <a:off x="8230253" y="2028228"/>
            <a:ext cx="1311216" cy="3471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Leaky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122BFF6F-DF7F-601B-3A5D-E248BBCE7BC2}"/>
              </a:ext>
            </a:extLst>
          </p:cNvPr>
          <p:cNvCxnSpPr>
            <a:stCxn id="24" idx="3"/>
            <a:endCxn id="26" idx="0"/>
          </p:cNvCxnSpPr>
          <p:nvPr/>
        </p:nvCxnSpPr>
        <p:spPr>
          <a:xfrm flipH="1">
            <a:off x="2281800" y="1697355"/>
            <a:ext cx="7628401" cy="2392446"/>
          </a:xfrm>
          <a:prstGeom prst="bentConnector4">
            <a:avLst>
              <a:gd name="adj1" fmla="val -2997"/>
              <a:gd name="adj2" fmla="val 7243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5F79920B-EE0A-DD3A-7CC1-27B76D3A7594}"/>
              </a:ext>
            </a:extLst>
          </p:cNvPr>
          <p:cNvSpPr txBox="1"/>
          <p:nvPr/>
        </p:nvSpPr>
        <p:spPr>
          <a:xfrm>
            <a:off x="2397771" y="3432672"/>
            <a:ext cx="19593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 Sampled image</a:t>
            </a:r>
          </a:p>
        </p:txBody>
      </p: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4409ED11-0533-C9E8-8ECC-5F9D7091DDE9}"/>
              </a:ext>
            </a:extLst>
          </p:cNvPr>
          <p:cNvCxnSpPr>
            <a:stCxn id="26" idx="2"/>
            <a:endCxn id="28" idx="1"/>
          </p:cNvCxnSpPr>
          <p:nvPr/>
        </p:nvCxnSpPr>
        <p:spPr>
          <a:xfrm rot="5400000" flipH="1" flipV="1">
            <a:off x="2855804" y="4615662"/>
            <a:ext cx="1046607" cy="2194617"/>
          </a:xfrm>
          <a:prstGeom prst="bentConnector4">
            <a:avLst>
              <a:gd name="adj1" fmla="val -21842"/>
              <a:gd name="adj2" fmla="val 7363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0310EC18-A52A-2E87-9EE4-625A2062C59F}"/>
              </a:ext>
            </a:extLst>
          </p:cNvPr>
          <p:cNvCxnSpPr>
            <a:stCxn id="28" idx="2"/>
            <a:endCxn id="13" idx="1"/>
          </p:cNvCxnSpPr>
          <p:nvPr/>
        </p:nvCxnSpPr>
        <p:spPr>
          <a:xfrm rot="5400000" flipH="1" flipV="1">
            <a:off x="6085394" y="4504224"/>
            <a:ext cx="1187130" cy="2330227"/>
          </a:xfrm>
          <a:prstGeom prst="bentConnector4">
            <a:avLst>
              <a:gd name="adj1" fmla="val -19257"/>
              <a:gd name="adj2" fmla="val 7226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327D7CE-1619-93C1-9126-CD3DACEC52CD}"/>
              </a:ext>
            </a:extLst>
          </p:cNvPr>
          <p:cNvSpPr txBox="1"/>
          <p:nvPr/>
        </p:nvSpPr>
        <p:spPr>
          <a:xfrm>
            <a:off x="5576083" y="6490478"/>
            <a:ext cx="19593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 Sampled image</a:t>
            </a:r>
          </a:p>
        </p:txBody>
      </p:sp>
    </p:spTree>
    <p:extLst>
      <p:ext uri="{BB962C8B-B14F-4D97-AF65-F5344CB8AC3E}">
        <p14:creationId xmlns:p14="http://schemas.microsoft.com/office/powerpoint/2010/main" val="2416755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7FA5A-6E2D-4D2F-9934-5AF8EAE1147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214846" y="1123407"/>
            <a:ext cx="9300754" cy="3553096"/>
          </a:xfrm>
        </p:spPr>
        <p:txBody>
          <a:bodyPr/>
          <a:lstStyle/>
          <a:p>
            <a:pPr marL="0" indent="0" algn="ctr">
              <a:buNone/>
            </a:pP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6000" dirty="0"/>
          </a:p>
        </p:txBody>
      </p:sp>
    </p:spTree>
    <p:extLst>
      <p:ext uri="{BB962C8B-B14F-4D97-AF65-F5344CB8AC3E}">
        <p14:creationId xmlns:p14="http://schemas.microsoft.com/office/powerpoint/2010/main" val="884415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421</Words>
  <Application>Microsoft Office PowerPoint</Application>
  <PresentationFormat>Widescreen</PresentationFormat>
  <Paragraphs>75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PowerPoint Presentation</vt:lpstr>
      <vt:lpstr>DOMAIN</vt:lpstr>
      <vt:lpstr>ABSTRACT</vt:lpstr>
      <vt:lpstr>EXISTING SYSTEM</vt:lpstr>
      <vt:lpstr>LIMITATIONS</vt:lpstr>
      <vt:lpstr>PROPOSED SYSTEM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Dinesh kanagaraj</dc:creator>
  <cp:lastModifiedBy>kesava krish</cp:lastModifiedBy>
  <cp:revision>16</cp:revision>
  <dcterms:created xsi:type="dcterms:W3CDTF">2021-01-31T07:47:30Z</dcterms:created>
  <dcterms:modified xsi:type="dcterms:W3CDTF">2025-09-15T11:52:54Z</dcterms:modified>
</cp:coreProperties>
</file>